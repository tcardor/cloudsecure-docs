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5AAB0-3A11-3759-F2A1-70C3B5DD5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03AAA1-A1D0-4CB7-4C46-B4490C2B7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C9640E-F07A-B42B-316B-0CA4713F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7B91A9-1F32-98E1-2F2B-CFDB3C04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799878-67FC-1087-C868-22853C36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48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40A5A-DF4A-7D9E-19FD-6C3151F4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083589-7C02-6F26-D9CE-CA649533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0DA31-BC2E-6156-19CA-60FCE25D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BB523-2A37-D5A2-D578-77A51EE9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83F061-6BE8-A5B0-4AED-61A830C5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68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24946-75F4-0501-8914-438EBE13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A070D3-284B-A0DB-8775-DD38CB1F3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1EB3B3-88E4-ED48-D877-8393149C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1EF6FC-A332-8521-372C-F95B358C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0B109D-47DC-6523-0C49-E0336B66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126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E61B1-69BC-FA0A-51B1-42695198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85189-BA88-C5F7-EEEF-F3C927EF0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8E1729-D0E5-B91D-AA2E-11B8C9819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F44427-9A6C-0C87-76A8-696592D3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F3125C-FD7F-EF6E-ECDD-B9C0F12B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3AFFA-C09F-B1DC-DB8F-30E26811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057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C70E8-F665-5AE5-1878-ACDDE993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AD3643-AA77-07B4-FFBB-A71953751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208701-5639-92C7-6AAC-9699D148F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FD1D6A-9DFF-75DD-8072-89A433074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1034FA-D029-7AEA-6348-4BD57EEE8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8B0AD3D-A289-876D-7F66-CFD8ADDD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A3FB57-7087-69CC-44CD-D9CFCCBF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9F8AA8-4DAF-A2F2-1D87-6DF4764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849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8D822-1A15-9FA3-B8BD-60831089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6013E8-E006-B129-B974-28B462C2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E7CF38-73E1-CB7C-27AB-25E01109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B259FB-D96D-02C6-E28F-D7EBF08F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768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96A501-1399-0E10-3A9A-42469453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AB55CD-E3AD-B956-7A17-D7D3D214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9AB041-91C4-DCF3-ED55-0080722F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4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94BB0-F217-7259-C8D3-F6CD84BC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C258B1-41E3-6DCB-BA6C-56687859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BA5686-3B78-8C50-34D7-3B2E94D4A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0373F6-A21D-FBC0-649D-515432D3E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385225-715B-84C8-E0A5-D91FCAEE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AE4BCB-CF1A-9B86-B488-6355B4D6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58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BB779-092F-0F1D-A740-DF7B6D31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C1E872-B8E2-873F-F7A5-1AABBEFBC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FF88ED-092F-7666-D811-11C42C92E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3ED97C-898C-8B34-EFAD-F4B7FA16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9CBB46-7607-A412-B076-4F47523D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AE28F4-CBFE-3742-E16F-AEF020A2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439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72D2C-773D-4254-0AB9-8C5AAA5D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23E065-90D0-BE6C-0ED2-102E719C4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E5D800-3782-51C6-5157-E444CE50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5CE3A7-9958-5133-43CE-BF85CD13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CFA5FC-D841-DDE2-1D58-C100B455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60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CAEBCC-FDDE-C680-A75A-5B01992D8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AB1078-46EE-628C-FE24-1FDDC4D88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99DA33-0BD5-42E0-CD81-8F41B666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EC8FD-A3A1-0A02-FBDC-E789D27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22C94B-33B4-926C-F002-CBC56675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183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7BE46D-BA5B-2106-D404-5CC072045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4F450-4191-FD8F-DD3C-56D3531E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B13303-520D-6778-AEA4-4AE2C0A4E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906FB-CC82-4D9B-B4BD-ABC90E71AD5F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1D7005-6BBF-BDBC-94E5-76A143FC0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F7092-3252-DE33-A919-386AE6FB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2BD8B-53DD-4276-9515-0FAF214D2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179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6DBADE-E225-9DC6-CE05-E269DB6D6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0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6A74E8-D51D-5094-C0F2-63D53872B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7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BF9076-B0F5-7702-6C13-AAA6A4CD7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4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2C8D93-C39C-1C5D-2387-62920DFB8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1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65F62F-CA6D-C7A8-2C29-CC36DC907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1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5749A2F-9612-BA31-E905-DF6DEA1C3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1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D1FB9C5-049F-5938-C778-02F514E1E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4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50C62CC-0AD0-CE43-9BA4-F507FDCD4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3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FE9CA1-70E6-17B4-BF4B-5256677AE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3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A3C15F-0B01-04E1-86E5-AB343C253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9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Cardona</dc:creator>
  <cp:lastModifiedBy>Tomas Cardona</cp:lastModifiedBy>
  <cp:revision>1</cp:revision>
  <dcterms:created xsi:type="dcterms:W3CDTF">2026-08-28T20:28:59Z</dcterms:created>
  <dcterms:modified xsi:type="dcterms:W3CDTF">2026-08-28T20:39:40Z</dcterms:modified>
</cp:coreProperties>
</file>